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0D0E-A7F6-40D3-09B5-137AFA38B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92912-A682-036E-CA1C-326253921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ADA9-5BEC-9C10-E48A-114A7DEF6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96488-F4BD-93B8-16CB-9A481D4D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847A7-1F79-0DBE-BA66-8E44FD20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664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00CF-1809-56E3-97EB-00C999BB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B722-A1E1-2FFF-D598-3B02DD7D3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1A9D3-BF65-C712-F435-D97AFE9F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B06B8-C8A8-5BF9-9FDD-4732E773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5B1BF-1A45-1D1E-0B7A-8F0E4431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505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C50C-1674-64D1-AE43-5ADB5D98A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A55A8-48F2-DD3D-B4E3-9C42DCBE8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BB7C5-9F04-CB4B-6478-92F98E6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E2D5-C82F-40A2-F401-17121424E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6327E-EEA1-D7AE-454D-DE249159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3023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ED0D-0A76-3936-6A97-B9C7FFAD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9BEEE-5847-4A86-E24B-9659891D3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62B76-9444-A580-E6E0-4ECBD77D3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CE5BC-6304-A839-10AD-149B11E61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61B76-64EC-8708-84B7-220BA108E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4E677-A7BA-87D2-E641-CF534F29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5645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5717-7F9D-D3F5-3C97-A71B6A49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67F3B-7A0E-1893-5229-D3933B818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0EE93-CA8D-E500-513B-1B6670771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558B2-FB45-62F1-CAD3-6AA19176C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42CC7-9237-E1D9-0ED9-B3EE756E9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5392EF-9C84-1F71-51CC-557D33BB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AC217-A9E2-645D-C4A6-84AF82F79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A27084-D8EF-F761-AC31-FC1903A4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438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E0BE-3002-473B-ACE6-3C5533E3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7ACC6-FCD0-B8BA-840C-625E5BD4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4371E4-37A4-EF8A-EB38-12A0BAB4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1C0CA-9EB4-5F46-CA2C-AB5C297E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505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7A589-CA99-E7A8-E9BB-EEFF7481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FBD1C-F3D3-465C-A8A6-4A80BBB2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199E9-C6C2-F20E-E3F6-329061AC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334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0F02-69DC-F9CF-3BCB-52061A68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71785-354D-6DCC-7B55-97153C9DB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CA340-FB83-EBF8-60F1-A5CB744CB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D39DB-4839-20E2-BFEA-259FDA97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D2D92-50D6-6F36-0813-74B085AD9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177EB-B2CF-53A5-70F1-30378E24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7051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4F71-CDA0-821A-EC2E-60657151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FA0872-B4EA-21BC-86D0-001CF4D86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E5D58-D05B-00ED-20AE-C8CB0D9AC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79C02-6578-2853-9BC7-077658E08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01834-B1FB-C189-0E9C-D1890EB6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4026-6EAE-E610-DB9B-C07E0998D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5536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8D5F-CC0F-9B53-5F80-E6EF8C0DC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A958D-B3AA-3BE0-961E-64C468BD8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DA573-C71C-7521-5174-43B2B87C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547DC-DE4A-AF3A-1AC3-F820BD69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23519-F630-4339-1885-FE21E195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585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B14E6-B3F9-C928-D788-D13B59205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2D742-A5FE-A3A2-16EF-3CC4EB2EF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3992-55BE-9FFB-D977-F9040857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6C272-275E-20C4-538F-6E16FFE55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13ED1-AC17-E7EB-1978-7C84F910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8033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8C33E9-EB81-2D41-7199-0EE260BD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73CCC-09FB-E7CC-3DEA-CD5958B0F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2C658-9144-14F7-0A5A-48C1243F1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6CED3-2B17-43E5-B34F-939547C161EA}" type="datetimeFigureOut">
              <a:rPr lang="en-ZA" smtClean="0"/>
              <a:t>2025/11/22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738F4-CD01-E693-036C-871079CE1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9530-B403-71E4-B595-0D7D98EFD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D3F3D-B01D-4FAD-9752-FC14B392FA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97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8C2DA69-D994-CEA5-F86A-F5577EB56346}"/>
              </a:ext>
            </a:extLst>
          </p:cNvPr>
          <p:cNvSpPr txBox="1">
            <a:spLocks/>
          </p:cNvSpPr>
          <p:nvPr/>
        </p:nvSpPr>
        <p:spPr>
          <a:xfrm>
            <a:off x="1951892" y="1030288"/>
            <a:ext cx="7772400" cy="14700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Contract Monthly Claim System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8DC492-98C3-6222-915F-E48D357D99DF}"/>
              </a:ext>
            </a:extLst>
          </p:cNvPr>
          <p:cNvSpPr txBox="1">
            <a:spLocks/>
          </p:cNvSpPr>
          <p:nvPr/>
        </p:nvSpPr>
        <p:spPr>
          <a:xfrm>
            <a:off x="2895600" y="3603625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Automation &amp; System Enhancement Presentation</a:t>
            </a:r>
          </a:p>
          <a:p>
            <a:r>
              <a:rPr lang="fr-FR" dirty="0"/>
              <a:t>(POE Part 3)</a:t>
            </a:r>
          </a:p>
        </p:txBody>
      </p:sp>
    </p:spTree>
    <p:extLst>
      <p:ext uri="{BB962C8B-B14F-4D97-AF65-F5344CB8AC3E}">
        <p14:creationId xmlns:p14="http://schemas.microsoft.com/office/powerpoint/2010/main" val="358659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259F-3656-7992-B06A-5D0E9B20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DD9A6-69F4-023B-819E-2F85AD1A5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528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/>
              <a:t>Summary of Updates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presentation </a:t>
            </a:r>
            <a:r>
              <a:rPr lang="en-US" dirty="0"/>
              <a:t>encapsulates</a:t>
            </a:r>
            <a:r>
              <a:rPr dirty="0"/>
              <a:t> </a:t>
            </a:r>
            <a:r>
              <a:rPr lang="en-US" dirty="0"/>
              <a:t>newer</a:t>
            </a:r>
            <a:r>
              <a:rPr dirty="0"/>
              <a:t> automation features added to </a:t>
            </a:r>
            <a:r>
              <a:rPr lang="en-US" dirty="0"/>
              <a:t>sequentially to the CMCS project/application</a:t>
            </a:r>
            <a:r>
              <a:rPr dirty="0"/>
              <a:t>.</a:t>
            </a:r>
          </a:p>
          <a:p>
            <a:pPr lvl="1"/>
            <a:r>
              <a:rPr dirty="0"/>
              <a:t>• Automation of Lecturer Claim Submissions</a:t>
            </a:r>
          </a:p>
          <a:p>
            <a:pPr lvl="1"/>
            <a:r>
              <a:rPr dirty="0"/>
              <a:t>• Auto</a:t>
            </a:r>
            <a:r>
              <a:rPr lang="en-US" dirty="0"/>
              <a:t>matic </a:t>
            </a:r>
            <a:r>
              <a:rPr dirty="0"/>
              <a:t>Calculation of Payments</a:t>
            </a:r>
          </a:p>
          <a:p>
            <a:pPr lvl="1"/>
            <a:r>
              <a:rPr dirty="0"/>
              <a:t>• </a:t>
            </a:r>
            <a:r>
              <a:rPr lang="en-US" dirty="0"/>
              <a:t>Automated Verification and Approval</a:t>
            </a:r>
            <a:endParaRPr dirty="0"/>
          </a:p>
          <a:p>
            <a:pPr lvl="1"/>
            <a:r>
              <a:rPr dirty="0"/>
              <a:t>• </a:t>
            </a:r>
            <a:r>
              <a:rPr lang="en-US" dirty="0"/>
              <a:t>Enhanced</a:t>
            </a:r>
            <a:r>
              <a:rPr dirty="0"/>
              <a:t> Data </a:t>
            </a:r>
            <a:r>
              <a:rPr lang="en-US" dirty="0"/>
              <a:t>Integrity and Access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dirty="0"/>
              <a:t>Lecturer View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Improvements</a:t>
            </a:r>
            <a:r>
              <a:rPr dirty="0"/>
              <a:t> </a:t>
            </a:r>
            <a:r>
              <a:rPr lang="en-US" dirty="0"/>
              <a:t>patched to aid</a:t>
            </a:r>
            <a:r>
              <a:rPr dirty="0"/>
              <a:t> lecturers submitting claims:</a:t>
            </a:r>
          </a:p>
          <a:p>
            <a:pPr lvl="1"/>
            <a:r>
              <a:rPr dirty="0"/>
              <a:t>• </a:t>
            </a:r>
            <a:r>
              <a:rPr lang="en-US" dirty="0"/>
              <a:t>An a</a:t>
            </a:r>
            <a:r>
              <a:rPr dirty="0"/>
              <a:t>utomated calculation of total payment</a:t>
            </a:r>
            <a:r>
              <a:rPr lang="en-US" dirty="0"/>
              <a:t> accumulated using the formula</a:t>
            </a:r>
            <a:r>
              <a:rPr dirty="0"/>
              <a:t> (</a:t>
            </a:r>
            <a:r>
              <a:rPr dirty="0" err="1"/>
              <a:t>HoursWorked</a:t>
            </a:r>
            <a:r>
              <a:rPr dirty="0"/>
              <a:t> × </a:t>
            </a:r>
            <a:r>
              <a:rPr dirty="0" err="1"/>
              <a:t>HourlyRate</a:t>
            </a:r>
            <a:r>
              <a:rPr dirty="0"/>
              <a:t>).</a:t>
            </a:r>
          </a:p>
          <a:p>
            <a:pPr lvl="1"/>
            <a:r>
              <a:rPr dirty="0"/>
              <a:t>• </a:t>
            </a:r>
            <a:r>
              <a:rPr lang="en-US" dirty="0"/>
              <a:t>An active i</a:t>
            </a:r>
            <a:r>
              <a:rPr dirty="0"/>
              <a:t>nput validation </a:t>
            </a:r>
            <a:r>
              <a:rPr lang="en-US" dirty="0"/>
              <a:t>procedure</a:t>
            </a:r>
            <a:r>
              <a:rPr dirty="0"/>
              <a:t> </a:t>
            </a:r>
            <a:r>
              <a:rPr lang="en-US" dirty="0"/>
              <a:t>validating</a:t>
            </a:r>
            <a:r>
              <a:rPr dirty="0"/>
              <a:t> hours and rate.</a:t>
            </a:r>
          </a:p>
          <a:p>
            <a:pPr lvl="1"/>
            <a:r>
              <a:rPr dirty="0"/>
              <a:t>• </a:t>
            </a:r>
            <a:r>
              <a:rPr lang="en-ZA" dirty="0"/>
              <a:t>Automatic calculation which is client orientated using </a:t>
            </a:r>
            <a:r>
              <a:rPr lang="en-ZA" dirty="0" err="1"/>
              <a:t>Javascript</a:t>
            </a:r>
            <a:endParaRPr lang="en-ZA" dirty="0"/>
          </a:p>
          <a:p>
            <a:pPr lvl="1"/>
            <a:r>
              <a:rPr lang="en-ZA" dirty="0"/>
              <a:t>• Server orientated verification using the </a:t>
            </a:r>
            <a:r>
              <a:rPr lang="en-ZA" dirty="0" err="1"/>
              <a:t>ClaimAutomationController</a:t>
            </a:r>
            <a:r>
              <a:rPr lang="en-ZA" dirty="0"/>
              <a:t> 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dirty="0"/>
              <a:t>Coordinator &amp; Manager View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Induction of automation on verification and the approval workflow</a:t>
            </a:r>
            <a:r>
              <a:rPr dirty="0"/>
              <a:t>:</a:t>
            </a:r>
          </a:p>
          <a:p>
            <a:pPr lvl="1"/>
            <a:r>
              <a:rPr dirty="0"/>
              <a:t>• checking of submitted claims</a:t>
            </a:r>
            <a:r>
              <a:rPr lang="en-US" dirty="0"/>
              <a:t> is an automatic procedure</a:t>
            </a:r>
            <a:endParaRPr dirty="0"/>
          </a:p>
          <a:p>
            <a:pPr lvl="1"/>
            <a:r>
              <a:rPr dirty="0"/>
              <a:t>• </a:t>
            </a:r>
            <a:r>
              <a:rPr lang="en-US" dirty="0"/>
              <a:t>Predefined conditions are validated towards data for </a:t>
            </a:r>
            <a:r>
              <a:rPr lang="en-US" dirty="0" err="1"/>
              <a:t>intergrity</a:t>
            </a:r>
            <a:endParaRPr dirty="0"/>
          </a:p>
          <a:p>
            <a:pPr lvl="1"/>
            <a:r>
              <a:rPr dirty="0"/>
              <a:t>• </a:t>
            </a:r>
            <a:r>
              <a:rPr lang="en-US" dirty="0"/>
              <a:t>Enhanced</a:t>
            </a:r>
            <a:r>
              <a:rPr dirty="0"/>
              <a:t> </a:t>
            </a:r>
            <a:r>
              <a:rPr lang="en-US" dirty="0"/>
              <a:t>supervision</a:t>
            </a:r>
            <a:r>
              <a:rPr dirty="0"/>
              <a:t> </a:t>
            </a:r>
            <a:r>
              <a:rPr lang="en-US" dirty="0"/>
              <a:t>productivity</a:t>
            </a:r>
            <a:r>
              <a:rPr dirty="0"/>
              <a:t>.</a:t>
            </a:r>
          </a:p>
          <a:p>
            <a:pPr lvl="1"/>
            <a:r>
              <a:rPr dirty="0"/>
              <a:t>•</a:t>
            </a:r>
            <a:r>
              <a:rPr lang="en-US" dirty="0"/>
              <a:t> Enhanced performance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 err="1"/>
              <a:t>Funndamental</a:t>
            </a:r>
            <a:r>
              <a:rPr dirty="0"/>
              <a:t> </a:t>
            </a:r>
            <a:r>
              <a:rPr lang="en-US" dirty="0" err="1"/>
              <a:t>Enhancment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structure </a:t>
            </a:r>
            <a:r>
              <a:rPr dirty="0"/>
              <a:t>:</a:t>
            </a:r>
          </a:p>
          <a:p>
            <a:pPr lvl="1"/>
            <a:r>
              <a:rPr dirty="0"/>
              <a:t>• Updated Claim model: </a:t>
            </a:r>
            <a:r>
              <a:rPr dirty="0" err="1"/>
              <a:t>HoursWorked</a:t>
            </a:r>
            <a:r>
              <a:rPr dirty="0"/>
              <a:t>, </a:t>
            </a:r>
            <a:r>
              <a:rPr dirty="0" err="1"/>
              <a:t>HourlyRate</a:t>
            </a:r>
            <a:r>
              <a:rPr dirty="0"/>
              <a:t>, </a:t>
            </a:r>
            <a:r>
              <a:rPr dirty="0" err="1"/>
              <a:t>TotalPayment</a:t>
            </a:r>
            <a:r>
              <a:rPr dirty="0"/>
              <a:t>.</a:t>
            </a:r>
          </a:p>
          <a:p>
            <a:pPr lvl="1"/>
            <a:r>
              <a:rPr dirty="0"/>
              <a:t>• Added </a:t>
            </a:r>
            <a:r>
              <a:rPr dirty="0" err="1"/>
              <a:t>CalculateTotalPayment</a:t>
            </a:r>
            <a:r>
              <a:rPr dirty="0"/>
              <a:t>() </a:t>
            </a:r>
            <a:endParaRPr lang="en-US" dirty="0"/>
          </a:p>
          <a:p>
            <a:pPr lvl="1"/>
            <a:r>
              <a:rPr dirty="0"/>
              <a:t>• API Endpoint: POST /</a:t>
            </a:r>
            <a:r>
              <a:rPr dirty="0" err="1"/>
              <a:t>api</a:t>
            </a:r>
            <a:r>
              <a:rPr dirty="0"/>
              <a:t>/</a:t>
            </a:r>
            <a:r>
              <a:rPr dirty="0" err="1"/>
              <a:t>claimautomation</a:t>
            </a:r>
            <a:r>
              <a:rPr dirty="0"/>
              <a:t>/calculate.</a:t>
            </a:r>
          </a:p>
          <a:p>
            <a:pPr lvl="1"/>
            <a:r>
              <a:rPr dirty="0"/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187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Summary of Updates</vt:lpstr>
      <vt:lpstr>Lecturer View Automation</vt:lpstr>
      <vt:lpstr>Coordinator &amp; Manager View Automation</vt:lpstr>
      <vt:lpstr>Funndamental Enhancment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Bradley Rwafa</dc:creator>
  <cp:lastModifiedBy>Bradley Rwafa</cp:lastModifiedBy>
  <cp:revision>1</cp:revision>
  <dcterms:created xsi:type="dcterms:W3CDTF">2025-11-22T21:49:02Z</dcterms:created>
  <dcterms:modified xsi:type="dcterms:W3CDTF">2025-11-22T21:57:36Z</dcterms:modified>
</cp:coreProperties>
</file>